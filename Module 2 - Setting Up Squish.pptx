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9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06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7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85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1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0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05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48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9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879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51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353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10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80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56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104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4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B04D15-DB4C-462F-A7E3-983B464139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81128-A3F4-4B81-A7F4-F8487611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94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squish/?utm_source=chatgpt.com" TargetMode="External"/><Relationship Id="rId2" Type="http://schemas.openxmlformats.org/officeDocument/2006/relationships/hyperlink" Target="https://doc.qt.io/squish/installing-from-binary-packages.html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squish/installing-from-binary-packages.html?utm_source=chatgpt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squish/installing-from-binary-packages.html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squish/installing-squish-for-web.html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ample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90C3-185A-E38F-1E64-D06D96038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Setting up Squish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0DABF-4DE9-C1E1-25B2-A23FBE2D6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4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1C48-FCC4-7BB9-EEC9-DAD7B702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5080-7BAA-A771-2A52-007E857A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Squish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1A09D-64C7-2C6E-D587-027F66ED3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96" y="1595718"/>
            <a:ext cx="10271824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Installing Squish on Windows</a:t>
            </a:r>
          </a:p>
          <a:p>
            <a:pPr lvl="0"/>
            <a:r>
              <a:rPr lang="en-IN" sz="1600" dirty="0"/>
              <a:t>Go to the </a:t>
            </a:r>
            <a:r>
              <a:rPr lang="en-IN" sz="1600" b="1" dirty="0"/>
              <a:t>Qt Squish evaluation/download page</a:t>
            </a:r>
            <a:r>
              <a:rPr lang="en-IN" sz="1600" dirty="0"/>
              <a:t> and request an evaluation if you do not already have a Squish license. The evaluation currently offered by Qt is typically a </a:t>
            </a:r>
            <a:r>
              <a:rPr lang="en-IN" sz="1600" b="1" dirty="0"/>
              <a:t>10-day business evaluation</a:t>
            </a:r>
            <a:r>
              <a:rPr lang="en-IN" sz="1600" dirty="0"/>
              <a:t>. </a:t>
            </a:r>
            <a:r>
              <a:rPr lang="en-IN" sz="1600" dirty="0">
                <a:hlinkClick r:id="rId2"/>
              </a:rPr>
              <a:t>Qt Documentation</a:t>
            </a:r>
            <a:endParaRPr lang="en-IN" sz="1600" dirty="0"/>
          </a:p>
          <a:p>
            <a:pPr lvl="0"/>
            <a:r>
              <a:rPr lang="en-IN" sz="1600" dirty="0"/>
              <a:t>After Qt approves the evaluation, sign in to the </a:t>
            </a:r>
            <a:r>
              <a:rPr lang="en-IN" sz="1600" b="1" dirty="0"/>
              <a:t>Qt Customer / QA Software Portal</a:t>
            </a:r>
            <a:r>
              <a:rPr lang="en-IN" sz="1600" dirty="0"/>
              <a:t> and download the Squish binary installer. </a:t>
            </a:r>
            <a:r>
              <a:rPr lang="en-IN" sz="1600" dirty="0">
                <a:hlinkClick r:id="rId2"/>
              </a:rPr>
              <a:t>Qt Documentation</a:t>
            </a:r>
            <a:endParaRPr lang="en-IN" sz="1600" dirty="0"/>
          </a:p>
          <a:p>
            <a:pPr lvl="0"/>
            <a:r>
              <a:rPr lang="en-IN" sz="1600" dirty="0"/>
              <a:t>Choose the package according to what you want to automate:</a:t>
            </a:r>
          </a:p>
          <a:p>
            <a:pPr lvl="1"/>
            <a:r>
              <a:rPr lang="en-IN" sz="1600" b="1" dirty="0"/>
              <a:t>Squish for Web</a:t>
            </a:r>
            <a:r>
              <a:rPr lang="en-IN" sz="1600" dirty="0"/>
              <a:t> → websites/web applications</a:t>
            </a:r>
          </a:p>
          <a:p>
            <a:pPr lvl="1"/>
            <a:r>
              <a:rPr lang="en-IN" sz="1600" b="1" dirty="0"/>
              <a:t>Squish for Qt</a:t>
            </a:r>
            <a:r>
              <a:rPr lang="en-IN" sz="1600" dirty="0"/>
              <a:t> → Qt desktop applications</a:t>
            </a:r>
          </a:p>
          <a:p>
            <a:pPr lvl="1"/>
            <a:r>
              <a:rPr lang="en-IN" sz="1600" b="1" dirty="0"/>
              <a:t>Squish for Windows</a:t>
            </a:r>
            <a:r>
              <a:rPr lang="en-IN" sz="1600" dirty="0"/>
              <a:t> → Windows desktop applications such as WPF, WinForms, MFC</a:t>
            </a:r>
          </a:p>
          <a:p>
            <a:pPr lvl="1"/>
            <a:r>
              <a:rPr lang="en-IN" sz="1600" dirty="0"/>
              <a:t>Other editions exist for Java, Android, etc. </a:t>
            </a:r>
            <a:r>
              <a:rPr lang="en-IN" sz="1600" dirty="0">
                <a:hlinkClick r:id="rId3"/>
              </a:rPr>
              <a:t>Qt Documentation</a:t>
            </a:r>
            <a:endParaRPr lang="en-IN" sz="1600" dirty="0"/>
          </a:p>
          <a:p>
            <a:pPr lvl="0"/>
            <a:r>
              <a:rPr lang="en-IN" sz="1600" dirty="0"/>
              <a:t>Run the downloaded installer, for example:</a:t>
            </a:r>
          </a:p>
          <a:p>
            <a:r>
              <a:rPr lang="en-IN" sz="1600" dirty="0"/>
              <a:t>squish-9.x.x-....exe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1497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D1C8-4E78-B5DC-5955-B0BBE957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D5EF-9A90-FD47-8113-FD95CBC4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Squish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AAD46-0D1A-A28B-63B6-5A0EC92C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96" y="1595718"/>
            <a:ext cx="10271824" cy="4195481"/>
          </a:xfrm>
        </p:spPr>
        <p:txBody>
          <a:bodyPr>
            <a:noAutofit/>
          </a:bodyPr>
          <a:lstStyle/>
          <a:p>
            <a:pPr lvl="0"/>
            <a:r>
              <a:rPr lang="en-IN" sz="1600" dirty="0"/>
              <a:t>Follow the installation wizard:</a:t>
            </a:r>
          </a:p>
          <a:p>
            <a:pPr lvl="1"/>
            <a:r>
              <a:rPr lang="en-IN" sz="1600" dirty="0"/>
              <a:t>Accept the license agreement</a:t>
            </a:r>
          </a:p>
          <a:p>
            <a:pPr lvl="1"/>
            <a:r>
              <a:rPr lang="en-IN" sz="1600" dirty="0"/>
              <a:t>Select installation directory</a:t>
            </a:r>
          </a:p>
          <a:p>
            <a:pPr lvl="1"/>
            <a:r>
              <a:rPr lang="en-IN" sz="1600" dirty="0"/>
              <a:t>Configure your Squish license/evaluation</a:t>
            </a:r>
          </a:p>
          <a:p>
            <a:pPr lvl="1"/>
            <a:r>
              <a:rPr lang="en-IN" sz="1600" dirty="0"/>
              <a:t>Keep </a:t>
            </a:r>
            <a:r>
              <a:rPr lang="en-IN" sz="1600" b="1" dirty="0"/>
              <a:t>Squish IDE</a:t>
            </a:r>
            <a:r>
              <a:rPr lang="en-IN" sz="1600" dirty="0"/>
              <a:t> selected</a:t>
            </a:r>
          </a:p>
          <a:p>
            <a:pPr lvl="1"/>
            <a:r>
              <a:rPr lang="en-IN" sz="1600" dirty="0"/>
              <a:t>Keep documentation/examples if you want them</a:t>
            </a:r>
          </a:p>
          <a:p>
            <a:pPr lvl="1"/>
            <a:r>
              <a:rPr lang="en-IN" sz="1600" dirty="0"/>
              <a:t>Click </a:t>
            </a:r>
            <a:r>
              <a:rPr lang="en-IN" sz="1600" b="1" dirty="0"/>
              <a:t>Next → Install</a:t>
            </a:r>
            <a:endParaRPr lang="en-IN" sz="1600" dirty="0"/>
          </a:p>
          <a:p>
            <a:r>
              <a:rPr lang="en-IN" sz="1600" dirty="0"/>
              <a:t>The exact wizard screens depend on the Squish edition you downloaded. </a:t>
            </a:r>
            <a:r>
              <a:rPr lang="en-IN" sz="1600" dirty="0">
                <a:hlinkClick r:id="rId2"/>
              </a:rPr>
              <a:t>Qt Documentation</a:t>
            </a:r>
            <a:endParaRPr lang="en-IN" sz="1600" dirty="0"/>
          </a:p>
          <a:p>
            <a:pPr lvl="0"/>
            <a:r>
              <a:rPr lang="en-IN" sz="1600" dirty="0"/>
              <a:t>After installation, open:</a:t>
            </a:r>
          </a:p>
          <a:p>
            <a:r>
              <a:rPr lang="en-IN" sz="1600" dirty="0"/>
              <a:t>&lt;SQUISH_INSTALL_FOLDER&gt;\squishide.exe</a:t>
            </a:r>
          </a:p>
          <a:p>
            <a:r>
              <a:rPr lang="en-IN" sz="1600" dirty="0"/>
              <a:t>For example:</a:t>
            </a:r>
          </a:p>
          <a:p>
            <a:r>
              <a:rPr lang="en-IN" sz="1600" dirty="0"/>
              <a:t>C:\Squish\squishide.exe</a:t>
            </a:r>
          </a:p>
          <a:p>
            <a:r>
              <a:rPr lang="en-IN" sz="1600" dirty="0"/>
              <a:t>Qt confirms that squishide.exe is the executable used to start the Squish IDE on Windows.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2451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818D-2BD0-400C-DFAE-E8BA08DCB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904E-A358-FA8E-0E35-48EF5AC0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Licensing and configuration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0B53F89-E4C9-CBD0-C749-656F0A4B7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855761"/>
              </p:ext>
            </p:extLst>
          </p:nvPr>
        </p:nvGraphicFramePr>
        <p:xfrm>
          <a:off x="874897" y="3429000"/>
          <a:ext cx="894715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183550445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3016142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License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used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5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License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Trial/evaluation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19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Squish Floating License Server (FLS)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Companies sharing licenses between users/machines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111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Qt License Server (QLS)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Newer centralized Qt/Squish licensing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9358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F7C688-E3EF-04DF-8E81-763E9D0715FC}"/>
              </a:ext>
            </a:extLst>
          </p:cNvPr>
          <p:cNvSpPr txBox="1"/>
          <p:nvPr/>
        </p:nvSpPr>
        <p:spPr>
          <a:xfrm>
            <a:off x="646110" y="1403032"/>
            <a:ext cx="92659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Squish licensing options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>
              <a:buNone/>
            </a:pPr>
            <a:r>
              <a:rPr lang="en-IN" dirty="0"/>
              <a:t>Squish 9.2 currently supports three licensing methods: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an evaluation version, you normally use a </a:t>
            </a:r>
            <a:r>
              <a:rPr lang="en-IN" b="1" dirty="0"/>
              <a:t>Local License Key</a:t>
            </a:r>
            <a:r>
              <a:rPr lang="en-IN" dirty="0"/>
              <a:t> from the Qt Customer Portal. Evaluation users generally do not use FLS or QLS.</a:t>
            </a:r>
          </a:p>
        </p:txBody>
      </p:sp>
    </p:spTree>
    <p:extLst>
      <p:ext uri="{BB962C8B-B14F-4D97-AF65-F5344CB8AC3E}">
        <p14:creationId xmlns:p14="http://schemas.microsoft.com/office/powerpoint/2010/main" val="429414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C979-0248-EB40-5A7E-39899B27B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6007-54D9-98D4-A2EF-7E3D4035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IN" dirty="0"/>
              <a:t>Licensing and configuration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308354-251B-4E09-A238-8CD6C178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256" y="1057657"/>
            <a:ext cx="8946541" cy="63672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dirty="0"/>
              <a:t>2. Configure an evaluation/trial license</a:t>
            </a:r>
          </a:p>
          <a:p>
            <a:r>
              <a:rPr lang="en-IN" sz="1200" dirty="0"/>
              <a:t>Log in to the </a:t>
            </a:r>
            <a:r>
              <a:rPr lang="en-IN" sz="1200" b="1" dirty="0"/>
              <a:t>Qt Customer Portal</a:t>
            </a:r>
            <a:r>
              <a:rPr lang="en-IN" sz="1200" dirty="0"/>
              <a:t> and go to:</a:t>
            </a:r>
          </a:p>
          <a:p>
            <a:r>
              <a:rPr lang="en-IN" sz="1200" dirty="0"/>
              <a:t>My Licenses</a:t>
            </a:r>
          </a:p>
          <a:p>
            <a:pPr marL="0" indent="0">
              <a:buNone/>
            </a:pPr>
            <a:r>
              <a:rPr lang="en-IN" sz="1200" dirty="0"/>
              <a:t>   ↓</a:t>
            </a:r>
          </a:p>
          <a:p>
            <a:r>
              <a:rPr lang="en-IN" sz="1200" dirty="0"/>
              <a:t>Squish License</a:t>
            </a:r>
          </a:p>
          <a:p>
            <a:pPr marL="0" indent="0">
              <a:buNone/>
            </a:pPr>
            <a:r>
              <a:rPr lang="en-IN" sz="1200" dirty="0"/>
              <a:t>   ↓</a:t>
            </a:r>
          </a:p>
          <a:p>
            <a:r>
              <a:rPr lang="en-IN" sz="1200" dirty="0"/>
              <a:t>License Details</a:t>
            </a:r>
          </a:p>
          <a:p>
            <a:pPr marL="0" indent="0">
              <a:buNone/>
            </a:pPr>
            <a:r>
              <a:rPr lang="en-IN" sz="1200" dirty="0"/>
              <a:t>   ↓</a:t>
            </a:r>
          </a:p>
          <a:p>
            <a:r>
              <a:rPr lang="en-IN" sz="1200" dirty="0"/>
              <a:t>Copy License Key</a:t>
            </a:r>
          </a:p>
          <a:p>
            <a:r>
              <a:rPr lang="en-IN" sz="1200" dirty="0"/>
              <a:t>Then launch the Squish installer. On the licensing screen select:</a:t>
            </a:r>
          </a:p>
          <a:p>
            <a:r>
              <a:rPr lang="en-IN" sz="1200" dirty="0"/>
              <a:t>Local License Key</a:t>
            </a:r>
          </a:p>
          <a:p>
            <a:r>
              <a:rPr lang="en-IN" sz="1200" dirty="0"/>
              <a:t>Paste the license key and click:</a:t>
            </a:r>
          </a:p>
          <a:p>
            <a:r>
              <a:rPr lang="en-IN" sz="1200" dirty="0"/>
              <a:t>Next</a:t>
            </a:r>
          </a:p>
          <a:p>
            <a:r>
              <a:rPr lang="en-IN" sz="1200" dirty="0"/>
              <a:t>Squish validates the key before continuing with installation. </a:t>
            </a:r>
            <a:r>
              <a:rPr lang="en-IN" sz="1200" dirty="0">
                <a:hlinkClick r:id="rId2"/>
              </a:rPr>
              <a:t>Qt Documentation</a:t>
            </a:r>
            <a:endParaRPr lang="en-IN" sz="1200" dirty="0"/>
          </a:p>
          <a:p>
            <a:r>
              <a:rPr lang="en-IN" sz="1200" dirty="0"/>
              <a:t>On Windows, the local license information is normally stored under:</a:t>
            </a:r>
          </a:p>
          <a:p>
            <a:r>
              <a:rPr lang="en-IN" sz="1200" dirty="0"/>
              <a:t>%HOMEDRIVE%%HOMEPATH%\.squish-license</a:t>
            </a:r>
          </a:p>
          <a:p>
            <a:r>
              <a:rPr lang="en-IN" sz="1200" dirty="0"/>
              <a:t>For example:</a:t>
            </a:r>
          </a:p>
          <a:p>
            <a:r>
              <a:rPr lang="en-IN" sz="1200" dirty="0"/>
              <a:t>C:\Users\Anurag\.squish-license and complete the installation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8751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43FA-9AEF-D0CA-C84E-2F33C08E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FDAB-F5A0-2010-7232-64026300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US" sz="2400" dirty="0"/>
              <a:t>Configuring the Application Under Test</a:t>
            </a:r>
            <a:endParaRPr lang="en-IN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21A87-ABA2-FD73-8B3B-4C184AC70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31" y="697276"/>
            <a:ext cx="10601009" cy="63672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For a </a:t>
            </a:r>
            <a:r>
              <a:rPr lang="en-IN" sz="1600" b="1" dirty="0"/>
              <a:t>web application</a:t>
            </a:r>
            <a:r>
              <a:rPr lang="en-IN" sz="1600" dirty="0"/>
              <a:t>, configuring the AUT in Squish is a little different from configuring a desktop .exe. In </a:t>
            </a:r>
            <a:r>
              <a:rPr lang="en-IN" sz="1600" b="1" dirty="0"/>
              <a:t>Squish for Web</a:t>
            </a:r>
            <a:r>
              <a:rPr lang="en-IN" sz="1600" dirty="0"/>
              <a:t>, you mainly configure the </a:t>
            </a:r>
            <a:r>
              <a:rPr lang="en-IN" sz="1600" b="1" dirty="0"/>
              <a:t>browser</a:t>
            </a:r>
            <a:r>
              <a:rPr lang="en-IN" sz="1600" dirty="0"/>
              <a:t>, then start that browser with the application URL. Qt’s current Squish 9.2 documentation recommends this flow.</a:t>
            </a:r>
          </a:p>
          <a:p>
            <a:r>
              <a:rPr lang="en-IN" sz="1600" b="1" dirty="0"/>
              <a:t>1. Configure the browser</a:t>
            </a:r>
          </a:p>
          <a:p>
            <a:r>
              <a:rPr lang="en-IN" sz="1600" dirty="0"/>
              <a:t>Open Squish IDE and go to:</a:t>
            </a:r>
          </a:p>
          <a:p>
            <a:r>
              <a:rPr lang="en-IN" sz="1600" dirty="0"/>
              <a:t>Edit</a:t>
            </a:r>
          </a:p>
          <a:p>
            <a:r>
              <a:rPr lang="en-IN" sz="1600" dirty="0"/>
              <a:t>   → Server Settings</a:t>
            </a:r>
          </a:p>
          <a:p>
            <a:r>
              <a:rPr lang="en-IN" sz="1600" dirty="0"/>
              <a:t>   → Browser</a:t>
            </a:r>
          </a:p>
          <a:p>
            <a:r>
              <a:rPr lang="en-IN" sz="1600" dirty="0"/>
              <a:t>Select the browser you want to automate, for example:</a:t>
            </a:r>
          </a:p>
          <a:p>
            <a:r>
              <a:rPr lang="en-IN" sz="1600" dirty="0"/>
              <a:t>Google Chrome</a:t>
            </a:r>
          </a:p>
          <a:p>
            <a:r>
              <a:rPr lang="en-IN" sz="1600" dirty="0"/>
              <a:t>Firefox</a:t>
            </a:r>
          </a:p>
          <a:p>
            <a:r>
              <a:rPr lang="en-IN" sz="1600" dirty="0"/>
              <a:t>Microsoft Edge</a:t>
            </a:r>
          </a:p>
          <a:p>
            <a:r>
              <a:rPr lang="en-IN" sz="1600" dirty="0"/>
              <a:t>Safari</a:t>
            </a:r>
          </a:p>
          <a:p>
            <a:r>
              <a:rPr lang="en-IN" sz="1600" dirty="0"/>
              <a:t>For Chrome/Chromium and Firefox, Squish may ask you to install its browser integration/extension. If the browser executable is not detected automatically, specify its path manually. </a:t>
            </a:r>
            <a:r>
              <a:rPr lang="en-IN" sz="1600" dirty="0">
                <a:hlinkClick r:id="rId2"/>
              </a:rPr>
              <a:t>Qt Documentation</a:t>
            </a:r>
            <a:endParaRPr lang="en-IN" sz="1600" dirty="0"/>
          </a:p>
          <a:p>
            <a:r>
              <a:rPr lang="en-IN" sz="1600" dirty="0"/>
              <a:t>For example, on Windows Chrome may be located at:</a:t>
            </a:r>
          </a:p>
          <a:p>
            <a:r>
              <a:rPr lang="en-IN" sz="1600" dirty="0"/>
              <a:t>C:\Program Files\Google\Chrome\Application\chrome.exe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4354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E9B0-0580-2607-3150-A2952EAE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2165-BB65-4F2A-E135-B6C811F2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US" sz="2400" dirty="0"/>
              <a:t>Configuring the Application Under Test</a:t>
            </a:r>
            <a:endParaRPr lang="en-IN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E88E31-ACDE-D16F-B2BB-9329D50B3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407" y="1057657"/>
            <a:ext cx="9474687" cy="33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9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F3FB-90C0-E18A-F21C-0487D097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7DE7-416B-D814-3172-982C762F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US" sz="2400" dirty="0"/>
              <a:t>Configuring the Application Under Test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9806A-B325-5E1B-76D1-6234F80A26D6}"/>
              </a:ext>
            </a:extLst>
          </p:cNvPr>
          <p:cNvSpPr txBox="1"/>
          <p:nvPr/>
        </p:nvSpPr>
        <p:spPr>
          <a:xfrm>
            <a:off x="563815" y="1057657"/>
            <a:ext cx="48860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Create a Web test suite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Go to: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File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→ New Squish Test Suite</a:t>
            </a:r>
          </a:p>
          <a:p>
            <a:pPr>
              <a:buNone/>
            </a:pPr>
            <a:r>
              <a:rPr lang="en-IN" dirty="0"/>
              <a:t>Select a scripting language, 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Python</a:t>
            </a:r>
          </a:p>
          <a:p>
            <a:pPr>
              <a:buNone/>
            </a:pPr>
            <a:r>
              <a:rPr lang="en-IN" dirty="0"/>
              <a:t>Then select the toolkit: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Web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ACB9C-548B-E1B8-B8B1-E0DC1B278B4D}"/>
              </a:ext>
            </a:extLst>
          </p:cNvPr>
          <p:cNvSpPr txBox="1"/>
          <p:nvPr/>
        </p:nvSpPr>
        <p:spPr>
          <a:xfrm>
            <a:off x="5533709" y="956763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For a normal website, don't configure the URL as a desktop AUT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For something like: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  <a:hlinkClick r:id="rId2"/>
              </a:rPr>
              <a:t>https://www.example.com</a:t>
            </a:r>
            <a:endParaRPr lang="en-IN" dirty="0">
              <a:latin typeface="+mn-lt"/>
            </a:endParaRP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you usually don't register </a:t>
            </a:r>
            <a:r>
              <a:rPr lang="en-IN" dirty="0">
                <a:latin typeface="+mn-lt"/>
              </a:rPr>
              <a:t>example.com</a:t>
            </a:r>
            <a:r>
              <a:rPr lang="en-IN" dirty="0"/>
              <a:t> as an AUT executable.</a:t>
            </a:r>
          </a:p>
          <a:p>
            <a:pPr>
              <a:buNone/>
            </a:pPr>
            <a:r>
              <a:rPr lang="en-IN" dirty="0"/>
              <a:t>Instead, Squish starts a supported browser and loads your URL.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example: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4C6FF-0F22-68BD-23CF-FC5D73218289}"/>
              </a:ext>
            </a:extLst>
          </p:cNvPr>
          <p:cNvSpPr txBox="1"/>
          <p:nvPr/>
        </p:nvSpPr>
        <p:spPr>
          <a:xfrm>
            <a:off x="5449825" y="484319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main():</a:t>
            </a:r>
          </a:p>
          <a:p>
            <a:r>
              <a:rPr lang="en-IN" dirty="0"/>
              <a:t>    </a:t>
            </a:r>
            <a:r>
              <a:rPr lang="en-IN" dirty="0" err="1"/>
              <a:t>startBrowser</a:t>
            </a:r>
            <a:r>
              <a:rPr lang="en-IN" dirty="0"/>
              <a:t>("https://www.example.com")</a:t>
            </a:r>
          </a:p>
        </p:txBody>
      </p:sp>
    </p:spTree>
    <p:extLst>
      <p:ext uri="{BB962C8B-B14F-4D97-AF65-F5344CB8AC3E}">
        <p14:creationId xmlns:p14="http://schemas.microsoft.com/office/powerpoint/2010/main" val="392503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B546-3BAC-67E3-6013-88564989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7B0C-2B68-2E7A-5E25-841D0E1F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IN" sz="2400" dirty="0"/>
              <a:t>The </a:t>
            </a:r>
            <a:r>
              <a:rPr lang="en-IN" sz="2400" b="1" dirty="0"/>
              <a:t>Squish IDE</a:t>
            </a:r>
            <a:endParaRPr lang="en-I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A44E9F-5D8F-F6DF-454C-96EC8D242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972074"/>
              </p:ext>
            </p:extLst>
          </p:nvPr>
        </p:nvGraphicFramePr>
        <p:xfrm>
          <a:off x="1725922" y="1525450"/>
          <a:ext cx="8387342" cy="4256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671">
                  <a:extLst>
                    <a:ext uri="{9D8B030D-6E8A-4147-A177-3AD203B41FA5}">
                      <a16:colId xmlns:a16="http://schemas.microsoft.com/office/drawing/2014/main" val="622450281"/>
                    </a:ext>
                  </a:extLst>
                </a:gridCol>
                <a:gridCol w="4193671">
                  <a:extLst>
                    <a:ext uri="{9D8B030D-6E8A-4147-A177-3AD203B41FA5}">
                      <a16:colId xmlns:a16="http://schemas.microsoft.com/office/drawing/2014/main" val="3083471406"/>
                    </a:ext>
                  </a:extLst>
                </a:gridCol>
              </a:tblGrid>
              <a:tr h="27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 Area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Purpose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294826734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Suites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Shows your test suites, test cases, shared scripts, and resources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173111745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Case Editor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Where you write and edit Python, JavaScript, Perl, Ruby, or Tcl test scripts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686091011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Application Objects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Shows symbolic names and object mappings used to identify UI elements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173379786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Control Bar / Toolbar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Start recording, run tests, stop execution, debug, and inspect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91596985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Results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Displays PASS, FAIL, WARNING, logs, screenshots, and verification results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3809232338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Object Spy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Lets you inspect UI elements and their properties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53823084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Server Settings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Configure browser, AUT, Squish Server, hooks, and other environment settings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55521918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Preferences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Configure IDE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editor settings, scripting, and general Squish options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03509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39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2329-1393-E66A-AD3B-18F9C9EF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F268-0C15-A91F-088E-6781E36A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5" y="123534"/>
            <a:ext cx="9404723" cy="934123"/>
          </a:xfrm>
        </p:spPr>
        <p:txBody>
          <a:bodyPr/>
          <a:lstStyle/>
          <a:p>
            <a:r>
              <a:rPr lang="en-IN" sz="2400" dirty="0"/>
              <a:t>The </a:t>
            </a:r>
            <a:r>
              <a:rPr lang="en-IN" sz="2400" b="1" dirty="0"/>
              <a:t>Squish IDE</a:t>
            </a:r>
            <a:endParaRPr lang="en-I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03C024-9D4D-EC3F-B9A8-2E3F9C443AB7}"/>
              </a:ext>
            </a:extLst>
          </p:cNvPr>
          <p:cNvGraphicFramePr>
            <a:graphicFrameLocks noGrp="1"/>
          </p:cNvGraphicFramePr>
          <p:nvPr/>
        </p:nvGraphicFramePr>
        <p:xfrm>
          <a:off x="1725922" y="1525450"/>
          <a:ext cx="8387342" cy="4256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671">
                  <a:extLst>
                    <a:ext uri="{9D8B030D-6E8A-4147-A177-3AD203B41FA5}">
                      <a16:colId xmlns:a16="http://schemas.microsoft.com/office/drawing/2014/main" val="622450281"/>
                    </a:ext>
                  </a:extLst>
                </a:gridCol>
                <a:gridCol w="4193671">
                  <a:extLst>
                    <a:ext uri="{9D8B030D-6E8A-4147-A177-3AD203B41FA5}">
                      <a16:colId xmlns:a16="http://schemas.microsoft.com/office/drawing/2014/main" val="3083471406"/>
                    </a:ext>
                  </a:extLst>
                </a:gridCol>
              </a:tblGrid>
              <a:tr h="27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 Area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Purpose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294826734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Suites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Shows your test suites, test cases, shared scripts, and resources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173111745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Case Editor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Where you write and edit Python, JavaScript, Perl, Ruby, or Tcl test scripts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686091011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Application Objects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Shows symbolic names and object mappings used to identify UI elements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173379786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Control Bar / Toolbar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Start recording, run tests, stop execution, debug, and inspect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191596985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Results View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Displays PASS, FAIL, WARNING, logs, screenshots, and verification results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3809232338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Object Spy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Lets you inspect UI elements and their properties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53823084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Server Settings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Configure browser, AUT, Squish Server, hooks, and other environment settings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55521918"/>
                  </a:ext>
                </a:extLst>
              </a:tr>
              <a:tr h="489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Preferences</a:t>
                      </a:r>
                    </a:p>
                  </a:txBody>
                  <a:tcPr marL="69929" marR="69929" marT="34965" marB="34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Configure IDE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editor settings, scripting, and general Squish options</a:t>
                      </a:r>
                    </a:p>
                  </a:txBody>
                  <a:tcPr marL="69929" marR="69929" marT="34965" marB="34965" anchor="ctr"/>
                </a:tc>
                <a:extLst>
                  <a:ext uri="{0D108BD9-81ED-4DB2-BD59-A6C34878D82A}">
                    <a16:rowId xmlns:a16="http://schemas.microsoft.com/office/drawing/2014/main" val="203509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7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F03B-6EF1-3D93-2E36-35C4B421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402E-BD04-1B11-DABC-06F19672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399" y="2610702"/>
            <a:ext cx="9404723" cy="934123"/>
          </a:xfrm>
        </p:spPr>
        <p:txBody>
          <a:bodyPr/>
          <a:lstStyle/>
          <a:p>
            <a:r>
              <a:rPr lang="en-IN" sz="2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0446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940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Century Gothic</vt:lpstr>
      <vt:lpstr>Courier New</vt:lpstr>
      <vt:lpstr>Wingdings 3</vt:lpstr>
      <vt:lpstr>Ion</vt:lpstr>
      <vt:lpstr>Setting up Squish</vt:lpstr>
      <vt:lpstr>Setting up Squish</vt:lpstr>
      <vt:lpstr>Setting up Squish</vt:lpstr>
      <vt:lpstr>Licensing and configuration</vt:lpstr>
      <vt:lpstr>Licensing and configuration</vt:lpstr>
      <vt:lpstr>Configuring the Application Under Test</vt:lpstr>
      <vt:lpstr>Configuring the Application Under Test</vt:lpstr>
      <vt:lpstr>Configuring the Application Under Test</vt:lpstr>
      <vt:lpstr>The Squish IDE</vt:lpstr>
      <vt:lpstr>The Squish IDE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14</cp:revision>
  <dcterms:created xsi:type="dcterms:W3CDTF">2026-10-01T05:11:44Z</dcterms:created>
  <dcterms:modified xsi:type="dcterms:W3CDTF">2026-10-01T05:37:26Z</dcterms:modified>
</cp:coreProperties>
</file>